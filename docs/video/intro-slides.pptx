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Hi, I'm Arvind. This is Learn mode, my take on Option B. In one line: Claude does the work, and you learn from it while it happens.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brief puts it well: when agents do complex work on their own, people become passive observers. Agents are a forklift in the gym and a microwave in the kitchen. The work gets done, but the muscle doesn't grow and the knives go dull.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something needs doing, people go to the counter that finishes the task. Many good learning products get little use; I've built some. So I put the learning inside Claude, where people already are, and it never makes the task wait.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830" y="1133856"/>
            <a:ext cx="73701" cy="566928"/>
          </a:xfrm>
          <a:prstGeom prst="roundRect">
            <a:avLst>
              <a:gd name="adj" fmla="val 50000"/>
            </a:avLst>
          </a:prstGeom>
          <a:solidFill>
            <a:srgbClr val="C96442"/>
          </a:solidFill>
          <a:ln w="12700">
            <a:solidFill>
              <a:srgbClr val="C964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700000">
            <a:off x="831830" y="1133856"/>
            <a:ext cx="73701" cy="566928"/>
          </a:xfrm>
          <a:prstGeom prst="roundRect">
            <a:avLst>
              <a:gd name="adj" fmla="val 50000"/>
            </a:avLst>
          </a:prstGeom>
          <a:solidFill>
            <a:srgbClr val="C96442"/>
          </a:solidFill>
          <a:ln w="12700">
            <a:solidFill>
              <a:srgbClr val="C964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5400000">
            <a:off x="831830" y="1133856"/>
            <a:ext cx="73701" cy="566928"/>
          </a:xfrm>
          <a:prstGeom prst="roundRect">
            <a:avLst>
              <a:gd name="adj" fmla="val 50000"/>
            </a:avLst>
          </a:prstGeom>
          <a:solidFill>
            <a:srgbClr val="C96442"/>
          </a:solidFill>
          <a:ln w="12700">
            <a:solidFill>
              <a:srgbClr val="C964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8100000">
            <a:off x="831830" y="1133856"/>
            <a:ext cx="73701" cy="566928"/>
          </a:xfrm>
          <a:prstGeom prst="roundRect">
            <a:avLst>
              <a:gd name="adj" fmla="val 50000"/>
            </a:avLst>
          </a:prstGeom>
          <a:solidFill>
            <a:srgbClr val="C96442"/>
          </a:solidFill>
          <a:ln w="12700">
            <a:solidFill>
              <a:srgbClr val="C964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965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Education Labs  ·  Take-home submission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86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1F1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 mode</a:t>
            </a:r>
            <a:endParaRPr lang="en-US" sz="5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1546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6B67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does the work. You learn from it while it happens.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160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Arvind  ·  Option B: Learning through collaboration with Claude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68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39319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1F1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“When AI agents handle complex tasks autonomously, humans can become passive observers rather than active learners, missing opportunities to develop their own skills and understanding.”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Labs brief · Challenge 2: Cognitive engagement</a:t>
            </a:r>
            <a:endParaRPr lang="en-US" sz="1100" dirty="0"/>
          </a:p>
        </p:txBody>
      </p:sp>
      <p:pic>
        <p:nvPicPr>
          <p:cNvPr id="5" name="Image 0" descr="A forklift lifting a barbell in a gy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411480"/>
            <a:ext cx="3291840" cy="2194560"/>
          </a:xfrm>
          <a:prstGeom prst="rect">
            <a:avLst/>
          </a:prstGeom>
        </p:spPr>
      </p:pic>
      <p:pic>
        <p:nvPicPr>
          <p:cNvPr id="6" name="Image 1" descr="A microwave meal next to rusting pots and dull kniv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770632"/>
            <a:ext cx="329184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F1E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go to the counter that finishes the task</a:t>
            </a:r>
            <a:endParaRPr lang="en-US" sz="2600" dirty="0"/>
          </a:p>
        </p:txBody>
      </p:sp>
      <p:pic>
        <p:nvPicPr>
          <p:cNvPr id="3" name="Image 0" descr="Two counters: a short line at 'teaches you how to do a task yourself', a huge crowd at 'finishes the task autonomously'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0632" y="1005840"/>
            <a:ext cx="5982736" cy="3840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 mode — intro</dc:title>
  <dc:subject>PptxGenJS Presentation</dc:subject>
  <dc:creator>PptxGenJS</dc:creator>
  <cp:lastModifiedBy>PptxGenJS</cp:lastModifiedBy>
  <cp:revision>1</cp:revision>
  <dcterms:created xsi:type="dcterms:W3CDTF">2026-09-24T18:53:04Z</dcterms:created>
  <dcterms:modified xsi:type="dcterms:W3CDTF">2026-09-24T18:53:04Z</dcterms:modified>
</cp:coreProperties>
</file>